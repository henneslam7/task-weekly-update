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r:id="rId39-created" id="2147483664"/>
  </p:sldMasterIdLst>
  <p:notesMasterIdLst>
    <p:notesMasterId r:id="rId17"/>
  </p:notesMasterIdLst>
  <p:sldIdLst>
    <p:sldId r:id="rId23-created" id="2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DD00"/>
    <a:srgbClr val="FCDC00"/>
    <a:srgbClr val="F7DD05"/>
    <a:srgbClr val="CEC5B7"/>
    <a:srgbClr val="F0F1ED"/>
    <a:srgbClr val="3F2A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97517-A605-4C84-9E77-E1EA43FDF98B}" v="2" dt="2026-09-29T01:22:08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17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9" Type="http://schemas.openxmlformats.org/officeDocument/2006/relationships/viewProps" Target="viewProps.xml"/><Relationship Id="rId22" Type="http://schemas.microsoft.com/office/2015/10/relationships/revisionInfo" Target="revisionInfo.xml"/><Relationship Id="rId23-created" Type="http://schemas.openxmlformats.org/officeDocument/2006/relationships/slide" Target="slides/slide1.xml"/><Relationship Id="rId39-created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04C40-1CC1-5E44-B6C6-E158872AA65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8702-2043-A342-8A6E-9B9ACC18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01600" y="107949"/>
            <a:ext cx="12007437" cy="6623051"/>
          </a:xfrm>
          <a:prstGeom prst="rect">
            <a:avLst/>
          </a:prstGeom>
          <a:noFill/>
          <a:ln w="254000">
            <a:solidFill>
              <a:srgbClr val="F0F1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83B63-3002-A85A-4FEE-9152AE4CFF27}"/>
              </a:ext>
            </a:extLst>
          </p:cNvPr>
          <p:cNvSpPr txBox="1"/>
          <p:nvPr userDrawn="1"/>
        </p:nvSpPr>
        <p:spPr>
          <a:xfrm>
            <a:off x="211152" y="6614160"/>
            <a:ext cx="37000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8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>
                <a:latin typeface="Times New Roman" panose="02020603050405020304" pitchFamily="18" charset="0"/>
                <a:ea typeface="MS Mincho"/>
                <a:cs typeface="Times New Roman" panose="02020603050405020304" pitchFamily="18" charset="0"/>
              </a:rPr>
              <a:t>Plaza Premium Group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1BB2CC-2BC7-C97E-54E7-FF5C7575E1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8160" y="6677687"/>
            <a:ext cx="349679" cy="11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8317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07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778" y="2178753"/>
            <a:ext cx="11751733" cy="441960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(placeholder for Images or visual charts)</a:t>
            </a:r>
          </a:p>
          <a:p>
            <a:pPr algn="ctr"/>
            <a:endParaRPr lang="en-US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1D180-D00D-E318-7303-F0E6C6E9D55B}"/>
              </a:ext>
            </a:extLst>
          </p:cNvPr>
          <p:cNvSpPr txBox="1"/>
          <p:nvPr/>
        </p:nvSpPr>
        <p:spPr>
          <a:xfrm>
            <a:off x="748254" y="447151"/>
            <a:ext cx="40533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Lorem ipsum dolor sit </a:t>
            </a:r>
            <a:r>
              <a:rPr lang="en-US" sz="200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amet</a:t>
            </a:r>
            <a:r>
              <a:rPr lang="en-US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consectetur</a:t>
            </a:r>
            <a:r>
              <a:rPr lang="en-US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adipiscing</a:t>
            </a:r>
            <a:r>
              <a:rPr lang="en-US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elit</a:t>
            </a:r>
            <a:r>
              <a:rPr lang="en-US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sed</a:t>
            </a:r>
            <a:r>
              <a:rPr lang="en-US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(</a:t>
            </a:r>
            <a:r>
              <a:rPr lang="en-HK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headline/messaging here -Time New Romance, 20 </a:t>
            </a:r>
            <a:r>
              <a:rPr lang="en-HK" sz="2000" err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HK" sz="200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4AD8B3-0D75-6740-589A-7C4F1F32AFCB}"/>
              </a:ext>
            </a:extLst>
          </p:cNvPr>
          <p:cNvSpPr/>
          <p:nvPr/>
        </p:nvSpPr>
        <p:spPr>
          <a:xfrm>
            <a:off x="6206432" y="307397"/>
            <a:ext cx="473814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(Body text comes here - Arial, 10.5pt)</a:t>
            </a:r>
          </a:p>
          <a:p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labore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dolore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magna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aliqua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ad minim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veniam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quis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nostrud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exercitation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ullamco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laboris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nisi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aliquip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ex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consequat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Duis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aute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irure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dolor in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reprehenderit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voluptate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velit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esse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cillum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dolore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fugiat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pariatur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Excepteur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sint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occaecat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cupidatat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proident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sunt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in culpa qui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officia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deserunt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mollit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anim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laborum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449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Meeting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dcterms:created xsi:type="dcterms:W3CDTF">2022-04-25T02:35:27Z</dcterms:created>
  <dcterms:modified xsi:type="dcterms:W3CDTF">2026-10-05T02:18:03Z</dcterms:modified>
</cp:coreProperties>
</file>